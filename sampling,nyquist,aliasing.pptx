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E6882-AC52-41A8-B430-41A9942B9A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EE9D01-7BD3-49C3-81F2-4A63146B9A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E41883-DA54-4D1C-8C9E-B3A65A8E2A7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10800" y="6480"/>
            <a:ext cx="1007964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10800" y="6480"/>
            <a:ext cx="1007964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0" y="3240"/>
            <a:ext cx="10080000" cy="566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136080" y="0"/>
            <a:ext cx="994392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360" y="-180000"/>
            <a:ext cx="1007964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6670440" y="2250360"/>
            <a:ext cx="3420000" cy="3149640"/>
          </a:xfrm>
          <a:prstGeom prst="wedgeRectCallout">
            <a:avLst>
              <a:gd name="adj1" fmla="val -49032"/>
              <a:gd name="adj2" fmla="val -26861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yt : Engineering Funda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2026-09-17T21:40:07Z</dcterms:created>
  <dc:creator/>
  <dc:description/>
  <dc:language>en-IN</dc:language>
  <cp:lastModifiedBy/>
  <dcterms:modified xsi:type="dcterms:W3CDTF">2026-09-17T21:49:19Z</dcterms:modified>
  <cp:revision>2</cp:revision>
  <dc:subject/>
  <dc:title/>
</cp:coreProperties>
</file>